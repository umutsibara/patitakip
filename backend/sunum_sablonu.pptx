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1" r:id="rId4"/>
    <p:sldId id="266" r:id="rId5"/>
    <p:sldId id="257" r:id="rId6"/>
    <p:sldId id="260" r:id="rId7"/>
    <p:sldId id="265" r:id="rId8"/>
    <p:sldId id="262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Orta Stil 3 - Vurgu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tr-TR" dirty="0"/>
              <a:t> Başlığı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tr-T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Seri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Sayfa1!$A$2:$A$5</c:f>
              <c:strCache>
                <c:ptCount val="4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  <c:pt idx="3">
                  <c:v>Kategori 4</c:v>
                </c:pt>
              </c:strCache>
            </c:strRef>
          </c:cat>
          <c:val>
            <c:numRef>
              <c:f>Sayfa1!$B$2:$B$5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90-4120-A614-BEE9A32E04ED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Seri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Sayfa1!$A$2:$A$5</c:f>
              <c:strCache>
                <c:ptCount val="4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  <c:pt idx="3">
                  <c:v>Kategori 4</c:v>
                </c:pt>
              </c:strCache>
            </c:strRef>
          </c:cat>
          <c:val>
            <c:numRef>
              <c:f>Sayfa1!$C$2:$C$5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90-4120-A614-BEE9A32E04ED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Seri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Sayfa1!$A$2:$A$5</c:f>
              <c:strCache>
                <c:ptCount val="4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  <c:pt idx="3">
                  <c:v>Kategori 4</c:v>
                </c:pt>
              </c:strCache>
            </c:strRef>
          </c:cat>
          <c:val>
            <c:numRef>
              <c:f>Sayfa1!$D$2:$D$5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90-4120-A614-BEE9A32E04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22651616"/>
        <c:axId val="1022670336"/>
      </c:barChart>
      <c:catAx>
        <c:axId val="1022651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tr-TR"/>
          </a:p>
        </c:txPr>
        <c:crossAx val="1022670336"/>
        <c:crosses val="autoZero"/>
        <c:auto val="1"/>
        <c:lblAlgn val="ctr"/>
        <c:lblOffset val="100"/>
        <c:noMultiLvlLbl val="0"/>
      </c:catAx>
      <c:valAx>
        <c:axId val="1022670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022651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41089A-5AA3-091F-9DC9-425843437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0082FA5-D208-3428-65D6-EB4026E6C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E0062BB-373C-C6F3-4F4A-5DB90BC5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66C5CE1-1BEF-EF42-A36F-DC81EE33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4A6F126-E741-DE36-266F-7053E324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066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B5DA8E-FD09-D983-813D-659B2539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12312E-B44D-A681-5129-EDDE2916D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AF314AA-313C-1FF1-C26A-F20E7190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6353D7D-4757-A63A-2843-C5149691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E180C2E-C206-A59A-D8AF-2E688D84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331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ACDC08-3CEE-9F12-653E-2EC3B9DC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48805D4-75EF-8E19-C3FB-A5AC8D7C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11248C-B684-8734-5E33-F7B193F9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773865-A01B-94CF-FA88-AD8DCAD5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532C6F0-D2BF-61EF-D16C-A896C604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658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66F94E-FEF6-CDA4-8139-024D24E2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84BAD21-3E23-8388-65AF-4FC591030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BCE51AE-F347-22F2-A9C4-FF9E67EEA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575D1C2-D1C7-87C9-6ED8-B0AC88FA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EC4F981-34B4-A432-4F65-C02B669A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02956B1-63AF-F13F-4247-DDEC2885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210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2DEDB8-E22C-769F-AE0D-EB40D007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54AC0DF-FA52-4770-98B2-EDA39B9F9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A831C55-30F6-B7D9-1D9C-96A5287FD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EB47437-F85B-3DE6-8280-17730B2FD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043247F-84DD-0DEC-79DB-B8328A776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49FFFEB-74BA-65DF-BD58-8CACE076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BF983B7-9F1E-6B72-176E-2B9F452A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430B026-6AB7-2DEC-F277-F20C5896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8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84C519-4F3A-B3F8-732C-D6237171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2BD2BF7-25AF-5140-D54E-E78C35D6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B47C25F-46D6-A2F4-666C-DEB7D30A0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571E6AA-08F8-83ED-F31C-80FD9961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919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345C5DFB-41BB-907C-9580-4ECC49E5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D0AA70A-BE3C-6EFA-D60F-8C05EF29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5A9BD29-327F-3430-D1E2-77879105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116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E4A5D4-E6AD-EE91-2A58-6A1CF28B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A1AAD5-3585-445E-79F5-EE8250136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D471070-71F7-7B33-745D-AA820D295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BF573E9-7B57-8B52-4BD7-49C57A58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32D1EB3-288B-CC79-C035-B06794BCD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01FB6AB-7F43-9746-8503-B0A09560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56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7DB875-8304-67E2-E5E8-9337DB6A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E908C99-00A1-6CC1-1586-375F00085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F102826-0390-78EE-82E3-D96B8C49F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6ED45AA-4707-1B7F-6C20-76942DAD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53B2207-13B3-FF59-1045-8621D34E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E3F03C2-97FB-A844-A473-85D278AF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46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03AEC5-5D9A-D71C-0990-40F18263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A30D66F-8F81-3FD6-0324-B1DF6D807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FA06665-DABD-D354-9ECF-9F813060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316ED0-D097-4C40-ABA3-E5464F8B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20156E-800B-6F53-4F96-32E55D3E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4568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6C3B738-3F35-350A-5D23-6A3E545EE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59268DB-A623-2138-5773-97D4D4E8C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A42BDED-0337-7901-2C17-A00F8344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26A07D9-F942-5533-8595-EC0B8EBC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4BA6EC6-D98C-7C76-F63B-87636847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769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7C614B1-E624-7CD0-E63B-A3FA15F0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CEE1EBE-15F3-CC4D-E412-089721F0E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9DE1E2B-CCAD-0DD5-9864-86ACAC029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EFBC9-785F-44AE-920F-AF9711AA82D2}" type="datetimeFigureOut">
              <a:rPr lang="tr-TR" smtClean="0"/>
              <a:t>19.12.2025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2E522BF-91A0-644A-A527-F6107E129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23D6FE6-5F3A-6966-D88A-D70FA58F1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317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ED5AC6-ED53-0289-C30D-8F98BA0B2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Sunum Başlığı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C564396-A96D-2DE4-AC10-951A7A953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6"/>
            <a:ext cx="9144000" cy="2387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Kod - Ders Adı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Numara, Ad-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Soyad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Danışman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Fakülte, Bölüm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202…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41E5392-C008-ECD9-8AF3-8751CF708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132" y="213519"/>
            <a:ext cx="2123736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7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CE82E7EC-5F8A-9830-3DF2-8B123342A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4160"/>
            <a:ext cx="6323012" cy="513080"/>
          </a:xfrm>
        </p:spPr>
        <p:txBody>
          <a:bodyPr>
            <a:normAutofit fontScale="90000"/>
          </a:bodyPr>
          <a:lstStyle/>
          <a:p>
            <a:r>
              <a:rPr lang="tr-TR">
                <a:latin typeface="Times New Roman" panose="02020603050405020304" pitchFamily="18" charset="0"/>
                <a:cs typeface="Times New Roman" panose="02020603050405020304" pitchFamily="18" charset="0"/>
              </a:rPr>
              <a:t>Proje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organizasyonu</a:t>
            </a:r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6C99A622-6A2D-7B60-A6E9-0FA88C24A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16000"/>
            <a:ext cx="3932237" cy="485298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Lorem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00050">
              <a:buFont typeface="+mj-lt"/>
              <a:buAutoNum type="arabicPeriod"/>
            </a:pP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Lorum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Lorem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+mj-lt"/>
              <a:buAutoNum type="arabicPeriod"/>
            </a:pP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Lorem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0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30FA7B-F7B9-A4EE-6DDE-A1FB66D8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Bölüm Başlığı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E30CE97-4C14-8359-B5BA-F3E1AFE05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2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id="{375672ED-D429-B744-DAA8-B8C444CF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7F2E8A5-BA71-EFC0-D2BF-7A8084CFE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29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71EDFC-FC49-FC60-03BB-5D108DF0F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İçerik Yer Tutucusu 12">
            <a:extLst>
              <a:ext uri="{FF2B5EF4-FFF2-40B4-BE49-F238E27FC236}">
                <a16:creationId xmlns:a16="http://schemas.microsoft.com/office/drawing/2014/main" id="{5EC77E34-0916-2B6A-3C07-69FDAA6C74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670131"/>
              </p:ext>
            </p:extLst>
          </p:nvPr>
        </p:nvGraphicFramePr>
        <p:xfrm>
          <a:off x="838200" y="1825625"/>
          <a:ext cx="5054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00198B9F-9D55-E9DE-084D-D761DFBC4F92}"/>
              </a:ext>
            </a:extLst>
          </p:cNvPr>
          <p:cNvSpPr txBox="1">
            <a:spLocks/>
          </p:cNvSpPr>
          <p:nvPr/>
        </p:nvSpPr>
        <p:spPr>
          <a:xfrm>
            <a:off x="6299200" y="1825625"/>
            <a:ext cx="5054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Metin eklemek için tıklayın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2637085-6FD7-011C-8C8A-0FF891E292D0}"/>
              </a:ext>
            </a:extLst>
          </p:cNvPr>
          <p:cNvSpPr txBox="1"/>
          <p:nvPr/>
        </p:nvSpPr>
        <p:spPr>
          <a:xfrm>
            <a:off x="838200" y="6176963"/>
            <a:ext cx="2051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Figür 1. Figür açıklaması</a:t>
            </a:r>
          </a:p>
        </p:txBody>
      </p:sp>
    </p:spTree>
    <p:extLst>
      <p:ext uri="{BB962C8B-B14F-4D97-AF65-F5344CB8AC3E}">
        <p14:creationId xmlns:p14="http://schemas.microsoft.com/office/powerpoint/2010/main" val="295154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AEF4C1-520F-685C-B172-0D40B94B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7FFD0FE-55D4-0AAC-A36C-CD978EA7F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FC037E9-9400-830D-1794-88FC7C53CA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34B4302D-9E08-999B-71BC-A7E82856D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46822"/>
              </p:ext>
            </p:extLst>
          </p:nvPr>
        </p:nvGraphicFramePr>
        <p:xfrm>
          <a:off x="838199" y="2501900"/>
          <a:ext cx="5181602" cy="18542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786453">
                  <a:extLst>
                    <a:ext uri="{9D8B030D-6E8A-4147-A177-3AD203B41FA5}">
                      <a16:colId xmlns:a16="http://schemas.microsoft.com/office/drawing/2014/main" val="2972339933"/>
                    </a:ext>
                  </a:extLst>
                </a:gridCol>
                <a:gridCol w="1100952">
                  <a:extLst>
                    <a:ext uri="{9D8B030D-6E8A-4147-A177-3AD203B41FA5}">
                      <a16:colId xmlns:a16="http://schemas.microsoft.com/office/drawing/2014/main" val="3418866186"/>
                    </a:ext>
                  </a:extLst>
                </a:gridCol>
                <a:gridCol w="1101403">
                  <a:extLst>
                    <a:ext uri="{9D8B030D-6E8A-4147-A177-3AD203B41FA5}">
                      <a16:colId xmlns:a16="http://schemas.microsoft.com/office/drawing/2014/main" val="3036885432"/>
                    </a:ext>
                  </a:extLst>
                </a:gridCol>
                <a:gridCol w="1121429">
                  <a:extLst>
                    <a:ext uri="{9D8B030D-6E8A-4147-A177-3AD203B41FA5}">
                      <a16:colId xmlns:a16="http://schemas.microsoft.com/office/drawing/2014/main" val="186200420"/>
                    </a:ext>
                  </a:extLst>
                </a:gridCol>
                <a:gridCol w="1071365">
                  <a:extLst>
                    <a:ext uri="{9D8B030D-6E8A-4147-A177-3AD203B41FA5}">
                      <a16:colId xmlns:a16="http://schemas.microsoft.com/office/drawing/2014/main" val="231556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Başlık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55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tr-TR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 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tr-TR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 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tr-TR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 Başlık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tr-TR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 Başlık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72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Satır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73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Satır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30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Satır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560771"/>
                  </a:ext>
                </a:extLst>
              </a:tr>
            </a:tbl>
          </a:graphicData>
        </a:graphic>
      </p:graphicFrame>
      <p:sp>
        <p:nvSpPr>
          <p:cNvPr id="8" name="Metin kutusu 7">
            <a:extLst>
              <a:ext uri="{FF2B5EF4-FFF2-40B4-BE49-F238E27FC236}">
                <a16:creationId xmlns:a16="http://schemas.microsoft.com/office/drawing/2014/main" id="{49BA3292-4466-B0E7-29F2-E3426707DDD7}"/>
              </a:ext>
            </a:extLst>
          </p:cNvPr>
          <p:cNvSpPr txBox="1"/>
          <p:nvPr/>
        </p:nvSpPr>
        <p:spPr>
          <a:xfrm>
            <a:off x="791446" y="4521954"/>
            <a:ext cx="2693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Tablo 1. Tablo açıklaması</a:t>
            </a:r>
          </a:p>
        </p:txBody>
      </p:sp>
    </p:spTree>
    <p:extLst>
      <p:ext uri="{BB962C8B-B14F-4D97-AF65-F5344CB8AC3E}">
        <p14:creationId xmlns:p14="http://schemas.microsoft.com/office/powerpoint/2010/main" val="216251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>
            <a:extLst>
              <a:ext uri="{FF2B5EF4-FFF2-40B4-BE49-F238E27FC236}">
                <a16:creationId xmlns:a16="http://schemas.microsoft.com/office/drawing/2014/main" id="{76E850AE-20B5-6DEE-892E-D4D0F2B6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51B542A2-9294-ADA9-7FA8-66FBB4B3BA44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Metin Yer Tutucusu 8">
            <a:extLst>
              <a:ext uri="{FF2B5EF4-FFF2-40B4-BE49-F238E27FC236}">
                <a16:creationId xmlns:a16="http://schemas.microsoft.com/office/drawing/2014/main" id="{70137D59-2C39-7D53-4174-D7054A9FB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tr-T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7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5CE93B-40B6-CC3D-5BF5-4ECB9EEC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B82483-4CC6-3E00-4637-9A8ED5FD6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[1]	https://github.com/</a:t>
            </a:r>
          </a:p>
        </p:txBody>
      </p:sp>
    </p:spTree>
    <p:extLst>
      <p:ext uri="{BB962C8B-B14F-4D97-AF65-F5344CB8AC3E}">
        <p14:creationId xmlns:p14="http://schemas.microsoft.com/office/powerpoint/2010/main" val="162980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C66BCBAFA9FD94F8D3AE88B09CBDA62" ma:contentTypeVersion="11" ma:contentTypeDescription="Yeni belge oluşturun." ma:contentTypeScope="" ma:versionID="5c6d65bca0098c9f67b324481edb7838">
  <xsd:schema xmlns:xsd="http://www.w3.org/2001/XMLSchema" xmlns:xs="http://www.w3.org/2001/XMLSchema" xmlns:p="http://schemas.microsoft.com/office/2006/metadata/properties" xmlns:ns2="87dbed84-ea2d-4c81-9032-b351b004c82c" xmlns:ns3="a24ab77b-6ebf-4ea1-95fd-d7fd9a65aae6" targetNamespace="http://schemas.microsoft.com/office/2006/metadata/properties" ma:root="true" ma:fieldsID="1b028453ee11600842d1878e55e2ecfb" ns2:_="" ns3:_="">
    <xsd:import namespace="87dbed84-ea2d-4c81-9032-b351b004c82c"/>
    <xsd:import namespace="a24ab77b-6ebf-4ea1-95fd-d7fd9a65aa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bed84-ea2d-4c81-9032-b351b004c8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Resim Etiketleri" ma:readOnly="false" ma:fieldId="{5cf76f15-5ced-4ddc-b409-7134ff3c332f}" ma:taxonomyMulti="true" ma:sspId="25b86514-8e1d-4ede-91c0-90ec09b573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ab77b-6ebf-4ea1-95fd-d7fd9a65aae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9227fdd-dbee-487c-82d5-2f71b21c7659}" ma:internalName="TaxCatchAll" ma:showField="CatchAllData" ma:web="a24ab77b-6ebf-4ea1-95fd-d7fd9a65aa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24ab77b-6ebf-4ea1-95fd-d7fd9a65aae6" xsi:nil="true"/>
    <lcf76f155ced4ddcb4097134ff3c332f xmlns="87dbed84-ea2d-4c81-9032-b351b004c82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C4A3C9B-22E1-48DF-9B6A-A8B7A099339F}"/>
</file>

<file path=customXml/itemProps2.xml><?xml version="1.0" encoding="utf-8"?>
<ds:datastoreItem xmlns:ds="http://schemas.openxmlformats.org/officeDocument/2006/customXml" ds:itemID="{DB31CFC4-FF69-4C1E-98F6-1585390A899A}"/>
</file>

<file path=customXml/itemProps3.xml><?xml version="1.0" encoding="utf-8"?>
<ds:datastoreItem xmlns:ds="http://schemas.openxmlformats.org/officeDocument/2006/customXml" ds:itemID="{91FEAE1B-5360-42E5-99A5-B826BFFFC3A1}"/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72</Words>
  <Application>Microsoft Office PowerPoint</Application>
  <PresentationFormat>Geniş ekran</PresentationFormat>
  <Paragraphs>29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Teması</vt:lpstr>
      <vt:lpstr>Sunum Başlığı</vt:lpstr>
      <vt:lpstr>Proje organizasyonu</vt:lpstr>
      <vt:lpstr>Bölüm Başlığı</vt:lpstr>
      <vt:lpstr>PowerPoint Sunusu</vt:lpstr>
      <vt:lpstr>PowerPoint Sunusu</vt:lpstr>
      <vt:lpstr>PowerPoint Sunusu</vt:lpstr>
      <vt:lpstr>PowerPoint Sunusu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GÜNEY KAYA</dc:creator>
  <cp:lastModifiedBy>Yusuf ÖZÇEVİK</cp:lastModifiedBy>
  <cp:revision>8</cp:revision>
  <dcterms:created xsi:type="dcterms:W3CDTF">2025-12-08T13:02:36Z</dcterms:created>
  <dcterms:modified xsi:type="dcterms:W3CDTF">2025-12-19T06:08:04Z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0x010100DC66BCBAFA9FD94F8D3AE88B09CBDA62</vt:lpwstr>
  </property>
</Properties>
</file>